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6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6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1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54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41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00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3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0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49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03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84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0250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ABAC-697A-4959-BDB1-73683E7349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4BB29-FED5-476C-A248-3760E865B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93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Рисунок 44">
            <a:extLst>
              <a:ext uri="{FF2B5EF4-FFF2-40B4-BE49-F238E27FC236}">
                <a16:creationId xmlns:a16="http://schemas.microsoft.com/office/drawing/2014/main" id="{80C2DB6E-8832-469C-A243-285F61B4F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230" y="1007508"/>
            <a:ext cx="864817" cy="113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 bmk="_Hlk220405896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4CA7C7A-D393-44B5-ACAE-BF5C66FC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87" y="2140418"/>
            <a:ext cx="5923626" cy="712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  <a:p>
            <a:r>
              <a:t>S E R T I F I K A T</a:t>
            </a:r>
          </a:p>
          <a:p/>
          <a:p>
            <a:r>
              <a:t>S № AGMK-2026-EN0148</a:t>
            </a:r>
          </a:p>
          <a:p/>
          <a:p/>
          <a:p>
            <a:r>
              <a:t>Borliboyev Shahzod Baxodir o‘g‘li</a:t>
            </a:r>
          </a:p>
          <a:p>
            <a:r>
              <a:t>F.I.O.</a:t>
            </a:r>
          </a:p>
          <a:p/>
          <a:p>
            <a:r>
              <a:t>Muhandislik maktabida </a:t>
            </a:r>
          </a:p>
          <a:p>
            <a:r>
              <a:t>O‘quv markazi nomi</a:t>
            </a:r>
          </a:p>
          <a:p>
            <a:br/>
            <a:r>
              <a:t>da 2026-yil 2-fevraldan 24-aprelgacha 480  soatli</a:t>
            </a:r>
          </a:p>
          <a:p/>
          <a:p>
            <a:r>
              <a:t>Elektromontyor</a:t>
            </a:r>
          </a:p>
          <a:p/>
          <a:p/>
          <a:p>
            <a:r>
              <a:t>kasbi bo‘yicha qayta tayyorlash</a:t>
            </a:r>
          </a:p>
          <a:p>
            <a:r>
              <a:t>kursini to‘liq tamomladi.</a:t>
            </a:r>
            <a:br/>
            <a:r>
              <a:t>-</a:t>
            </a:r>
          </a:p>
          <a:p>
            <a:r>
              <a:t>	</a:t>
            </a:r>
            <a:br/>
            <a:r>
              <a:t>	</a:t>
            </a:r>
          </a:p>
          <a:p>
            <a:r>
              <a:t>	</a:t>
            </a:r>
          </a:p>
          <a:p>
            <a:r>
              <a:t>        	</a:t>
            </a:r>
          </a:p>
          <a:p>
            <a:r>
              <a:t>             Muhandislik maktabi</a:t>
            </a:r>
            <a:br/>
            <a:r>
              <a:t>            direktori:		           B.A.Salimov</a:t>
            </a:r>
            <a:br/>
            <a:r>
              <a:t>                                                  </a:t>
            </a:r>
            <a:br/>
            <a:r>
              <a:t>             </a:t>
            </a:r>
          </a:p>
          <a:p>
            <a:r>
              <a:t>	</a:t>
            </a:r>
          </a:p>
          <a:p>
            <a:r>
              <a:t>	</a:t>
            </a:r>
          </a:p>
          <a:p>
            <a:r>
              <a:t>	</a:t>
            </a:r>
            <a:br/>
            <a:r>
              <a:t> </a:t>
            </a:r>
          </a:p>
          <a:p>
            <a:r>
              <a:t>	</a:t>
            </a:r>
            <a:br/>
            <a:br/>
          </a:p>
          <a:p>
            <a:r>
              <a:t>	    Berilgan sana:   29.04.2026	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BFBE7-768B-405F-9F37-9E23F0CAB8CF}"/>
              </a:ext>
            </a:extLst>
          </p:cNvPr>
          <p:cNvSpPr txBox="1"/>
          <p:nvPr/>
        </p:nvSpPr>
        <p:spPr>
          <a:xfrm>
            <a:off x="3995450" y="1130531"/>
            <a:ext cx="23522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Olmaliq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KMK” AJ 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maktabi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4CF39A-5465-432D-8B4C-E10017C4C06A}"/>
              </a:ext>
            </a:extLst>
          </p:cNvPr>
          <p:cNvSpPr/>
          <p:nvPr/>
        </p:nvSpPr>
        <p:spPr>
          <a:xfrm>
            <a:off x="5171557" y="8211270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65" name="Picture 2064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6" name="Picture 2065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7" name="Picture 2066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8" name="Picture 2067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4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Рисунок 44">
            <a:extLst>
              <a:ext uri="{FF2B5EF4-FFF2-40B4-BE49-F238E27FC236}">
                <a16:creationId xmlns:a16="http://schemas.microsoft.com/office/drawing/2014/main" id="{80C2DB6E-8832-469C-A243-285F61B4F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230" y="1007508"/>
            <a:ext cx="864817" cy="113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4CA7C7A-D393-44B5-ACAE-BF5C66FC0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87" y="2148112"/>
            <a:ext cx="5923626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7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/>
          <a:p>
            <a:r>
              <a:t>C E R T I F I C A T E</a:t>
            </a:r>
          </a:p>
          <a:p/>
          <a:p>
            <a:r>
              <a:t>S № AGMK-2026-EN0148</a:t>
            </a:r>
          </a:p>
          <a:p/>
          <a:p/>
          <a:p>
            <a:r>
              <a:t>Borliboyev Shahzod Bakhodir ugli</a:t>
            </a:r>
          </a:p>
          <a:p>
            <a:r>
              <a:t>Full name</a:t>
            </a:r>
          </a:p>
          <a:p/>
          <a:p>
            <a:r>
              <a:t>Engineering school </a:t>
            </a:r>
          </a:p>
          <a:p>
            <a:r>
              <a:t>Name of the training center</a:t>
            </a:r>
          </a:p>
          <a:p>
            <a:br/>
            <a:r>
              <a:t>From 02.02.2026 to 24.04.2026 year  480 hours</a:t>
            </a:r>
          </a:p>
          <a:p>
            <a:r>
              <a:t>completed full professional retraining course of</a:t>
            </a:r>
          </a:p>
          <a:p/>
          <a:p>
            <a:r>
              <a:t>Electrician</a:t>
            </a:r>
          </a:p>
          <a:p>
            <a:r>
              <a:t>In Engineering school </a:t>
            </a:r>
          </a:p>
          <a:p>
            <a:r>
              <a:t>Name of vocational training center</a:t>
            </a:r>
          </a:p>
          <a:p>
            <a:br/>
            <a:r>
              <a:t>-</a:t>
            </a:r>
          </a:p>
          <a:p>
            <a:r>
              <a:t>	</a:t>
            </a:r>
            <a:br/>
            <a:r>
              <a:t>	</a:t>
            </a:r>
          </a:p>
          <a:p>
            <a:r>
              <a:t>         	         	</a:t>
            </a:r>
          </a:p>
          <a:p>
            <a:r>
              <a:t>            </a:t>
            </a:r>
          </a:p>
          <a:p>
            <a:r>
              <a:t>         Director of Engineering school                            B.A.Salimov</a:t>
            </a:r>
          </a:p>
          <a:p>
            <a:r>
              <a:t>                                                  </a:t>
            </a:r>
            <a:br/>
            <a:r>
              <a:t>             </a:t>
            </a:r>
          </a:p>
          <a:p>
            <a:r>
              <a:t>	</a:t>
            </a:r>
          </a:p>
          <a:p>
            <a:r>
              <a:t>	</a:t>
            </a:r>
          </a:p>
          <a:p>
            <a:r>
              <a:t>	</a:t>
            </a:r>
            <a:br/>
            <a:r>
              <a:t> </a:t>
            </a:r>
          </a:p>
          <a:p>
            <a:r>
              <a:t>	</a:t>
            </a:r>
            <a:br/>
            <a:br/>
          </a:p>
          <a:p>
            <a:r>
              <a:t>	    Date Issued:    29.04.2026	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BFBE7-768B-405F-9F37-9E23F0CAB8CF}"/>
              </a:ext>
            </a:extLst>
          </p:cNvPr>
          <p:cNvSpPr txBox="1"/>
          <p:nvPr/>
        </p:nvSpPr>
        <p:spPr>
          <a:xfrm>
            <a:off x="4038600" y="1104530"/>
            <a:ext cx="2352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school of</a:t>
            </a:r>
            <a:endParaRPr lang="uz-Latn-UZ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Almalyk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MMC” JSC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87A0937-0536-4FFC-B346-843C10C5CA5B}"/>
              </a:ext>
            </a:extLst>
          </p:cNvPr>
          <p:cNvSpPr/>
          <p:nvPr/>
        </p:nvSpPr>
        <p:spPr>
          <a:xfrm>
            <a:off x="5171557" y="8211270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65" name="Picture 2064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6" name="Picture 2065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7" name="Picture 2066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8" name="Picture 2067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7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65" name="Picture 2064" descr="AGMK-2026-EN0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6" name="Picture 2065" descr="AGMK-2026-EN0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7" name="Picture 2066" descr="AGMK-2026-EN0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8" name="Picture 2067" descr="AGMK-2026-EN0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8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Рисунок 15">
            <a:extLst>
              <a:ext uri="{FF2B5EF4-FFF2-40B4-BE49-F238E27FC236}">
                <a16:creationId xmlns:a16="http://schemas.microsoft.com/office/drawing/2014/main" id="{0E84C56C-1F6F-4B19-9AAF-0C3716A06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" b="635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17">
            <a:extLst>
              <a:ext uri="{FF2B5EF4-FFF2-40B4-BE49-F238E27FC236}">
                <a16:creationId xmlns:a16="http://schemas.microsoft.com/office/drawing/2014/main" id="{31E0D5E3-E47C-4F40-9D4A-20D1DA7D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614508"/>
            <a:ext cx="5923626" cy="412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FDB65415-210E-41B3-85A3-DD0C7C36A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6" y="4921034"/>
            <a:ext cx="59236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71650" algn="l"/>
                <a:tab pos="319405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71650" algn="l"/>
                <a:tab pos="3194050" algn="ctr"/>
              </a:tabLst>
            </a:pPr>
            <a:r>
              <a:rPr kumimoji="0" lang="uz-Cyrl-UZ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NewRomanPS-ItalicMT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uz-Cyrl-UZ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A1798-E032-4766-82C9-9D8F82904BE6}"/>
              </a:ext>
            </a:extLst>
          </p:cNvPr>
          <p:cNvSpPr txBox="1"/>
          <p:nvPr/>
        </p:nvSpPr>
        <p:spPr>
          <a:xfrm>
            <a:off x="1714500" y="4189519"/>
            <a:ext cx="3429000" cy="2201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“Olmaliq KMK” AJ 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Muhandislik maktabi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4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Cyrl-UZ" sz="4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Cyrl-UZ" sz="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E R T I F I K A T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“Almalyk MMC” JS</a:t>
            </a:r>
            <a:r>
              <a:rPr lang="en-US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uz-Latn-UZ" sz="1800" dirty="0">
                <a:solidFill>
                  <a:srgbClr val="00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Engineering school of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DAE742-A33E-1D0B-6934-60AFD4F5589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39" y="1615367"/>
            <a:ext cx="1651000" cy="2105025"/>
          </a:xfrm>
          <a:prstGeom prst="rect">
            <a:avLst/>
          </a:prstGeom>
        </p:spPr>
      </p:pic>
      <p:pic>
        <p:nvPicPr>
          <p:cNvPr id="2065" name="Picture 2064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6" name="Picture 2065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7" name="Picture 2066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  <p:pic>
        <p:nvPicPr>
          <p:cNvPr id="2068" name="Picture 2067" descr="AGMK-2026-EN0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5100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939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277</Words>
  <Application>Microsoft Office PowerPoint</Application>
  <PresentationFormat>Лист A4 (210x297 мм)</PresentationFormat>
  <Paragraphs>71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Times-Bold</vt:lpstr>
      <vt:lpstr>TimesNewRomanPS-BoldMT</vt:lpstr>
      <vt:lpstr>TimesNewRomanPS-ItalicMT</vt:lpstr>
      <vt:lpstr>TimesNewRomanPSMT</vt:lpstr>
      <vt:lpstr>Times-Roman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2026-05-13T10:55:38Z</dcterms:created>
  <dcterms:modified xsi:type="dcterms:W3CDTF">2026-05-15T10:51:34Z</dcterms:modified>
</cp:coreProperties>
</file>